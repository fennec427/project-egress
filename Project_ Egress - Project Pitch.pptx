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18bb46c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18bb46c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18bb46c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618bb46c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18bb46c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18bb46c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618bb46c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618bb46c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18bb46c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18bb46c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18bb46c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618bb46c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18bb46c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618bb46c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18bb46c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618bb46c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-100" y="3122700"/>
            <a:ext cx="9144000" cy="2020800"/>
          </a:xfrm>
          <a:prstGeom prst="rect">
            <a:avLst/>
          </a:prstGeom>
          <a:solidFill>
            <a:srgbClr val="EBD2AF"/>
          </a:solidFill>
          <a:ln cap="flat" cmpd="sng" w="9525">
            <a:solidFill>
              <a:srgbClr val="EBD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322" y="3548175"/>
            <a:ext cx="1245350" cy="12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0" y="0"/>
            <a:ext cx="9144000" cy="31227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Egress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 rot="10800000">
            <a:off x="4396950" y="3122700"/>
            <a:ext cx="350100" cy="238200"/>
          </a:xfrm>
          <a:prstGeom prst="triangle">
            <a:avLst>
              <a:gd fmla="val 50000" name="adj"/>
            </a:avLst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358827" y="3840207"/>
            <a:ext cx="2590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4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Prototype logo below made with Piskel:</a:t>
            </a:r>
            <a:endParaRPr b="1" sz="1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652725" y="3202450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366452" y="3203573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086446" y="3205101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Developers: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038000" y="1375763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737381" y="1375763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436762" y="1354000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086346" y="3205101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Madeline Rosshirt</a:t>
            </a:r>
            <a:endParaRPr sz="17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Programmer &amp; Artist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366352" y="3155948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Ethan Todd</a:t>
            </a:r>
            <a:endParaRPr sz="18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Lead Artist &amp; Programmer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52625" y="3166731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Liam Bragg</a:t>
            </a:r>
            <a:endParaRPr sz="18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Lead Developer &amp; Programmer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838" y="1433613"/>
            <a:ext cx="1531800" cy="1531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987" y="1436375"/>
            <a:ext cx="1531800" cy="1531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3252" y="1414623"/>
            <a:ext cx="1531800" cy="1531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Overview: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11550" y="1309125"/>
            <a:ext cx="8520600" cy="3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“</a:t>
            </a:r>
            <a:r>
              <a:rPr lang="en" sz="1829"/>
              <a:t>Project: Egress” will be a </a:t>
            </a:r>
            <a:r>
              <a:rPr lang="en" sz="1829"/>
              <a:t>2D</a:t>
            </a:r>
            <a:r>
              <a:rPr lang="en" sz="1829"/>
              <a:t> puzzle platformer and shooter game</a:t>
            </a:r>
            <a:endParaRPr sz="1829"/>
          </a:p>
          <a:p>
            <a:pPr indent="-31940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30"/>
              <a:buChar char="○"/>
            </a:pPr>
            <a:r>
              <a:rPr lang="en" sz="1430"/>
              <a:t>The player will go through rooms with a variety of puzzles and traps</a:t>
            </a:r>
            <a:endParaRPr sz="1430"/>
          </a:p>
          <a:p>
            <a:pPr indent="-31940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30"/>
              <a:buChar char="○"/>
            </a:pPr>
            <a:r>
              <a:rPr lang="en" sz="1430"/>
              <a:t>The player must use their paint and tools to solve these puzzles </a:t>
            </a:r>
            <a:endParaRPr sz="1430"/>
          </a:p>
          <a:p>
            <a:pPr indent="-306705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30"/>
              <a:buChar char="■"/>
            </a:pPr>
            <a:r>
              <a:rPr lang="en" sz="1230"/>
              <a:t>The paint you use will have different effects  </a:t>
            </a:r>
            <a:endParaRPr sz="1230"/>
          </a:p>
          <a:p>
            <a:pPr indent="-306705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30"/>
              <a:buChar char="■"/>
            </a:pPr>
            <a:r>
              <a:rPr lang="en" sz="1230"/>
              <a:t>Their will be a variety of methods to spread said paint </a:t>
            </a:r>
            <a:endParaRPr sz="1230"/>
          </a:p>
          <a:p>
            <a:pPr indent="-34480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Ideally, there will be a sandbox mode too</a:t>
            </a:r>
            <a:endParaRPr sz="1829"/>
          </a:p>
        </p:txBody>
      </p:sp>
      <p:sp>
        <p:nvSpPr>
          <p:cNvPr id="95" name="Google Shape;95;p15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15" title="sandbox-clipart-x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400" y="3806275"/>
            <a:ext cx="1652448" cy="121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1527" y="117024"/>
            <a:ext cx="1228975" cy="92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Need and Why?: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468825"/>
            <a:ext cx="8520600" cy="3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Piskel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Most of the sprites and animations will be made using the website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Ex. The “Project: Egress” logo</a:t>
            </a:r>
            <a:endParaRPr sz="1300"/>
          </a:p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Visual Studio Code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IDE to write scripts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We have plenty of experience with this</a:t>
            </a:r>
            <a:endParaRPr sz="1300"/>
          </a:p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Unity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Game engine the game will run on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There is a decent amount to learn about</a:t>
            </a:r>
            <a:endParaRPr sz="1300"/>
          </a:p>
        </p:txBody>
      </p:sp>
      <p:sp>
        <p:nvSpPr>
          <p:cNvPr id="107" name="Google Shape;107;p16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225" y="176825"/>
            <a:ext cx="1344324" cy="134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3375" y="4023025"/>
            <a:ext cx="2323700" cy="903675"/>
          </a:xfrm>
          <a:prstGeom prst="rect">
            <a:avLst/>
          </a:prstGeom>
          <a:noFill/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Unity? - Unity Overview: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Unity is a game engine that supports both 3D and 2D games</a:t>
            </a:r>
            <a:endParaRPr sz="1900"/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Developers use a workspace with an editor that supports C# to create games</a:t>
            </a:r>
            <a:endParaRPr sz="1900"/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There are many famous games built with Unity:</a:t>
            </a:r>
            <a:endParaRPr sz="19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Hollow Knight Series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Among Us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Cuphead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Genshin Impact</a:t>
            </a:r>
            <a:endParaRPr sz="1500"/>
          </a:p>
        </p:txBody>
      </p:sp>
      <p:sp>
        <p:nvSpPr>
          <p:cNvPr id="119" name="Google Shape;119;p17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056" y="-29886"/>
            <a:ext cx="1428175" cy="142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069" y="3302534"/>
            <a:ext cx="2595024" cy="1459699"/>
          </a:xfrm>
          <a:prstGeom prst="rect">
            <a:avLst/>
          </a:prstGeom>
          <a:noFill/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Problems: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all have little to no experience with making actual games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Production will be slow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Game mechanics will need to be polished </a:t>
            </a:r>
            <a:r>
              <a:rPr lang="en" u="sng"/>
              <a:t>a lot</a:t>
            </a:r>
            <a:endParaRPr u="sng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will be numerous bugs (but if they are fun then we might leave them in)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live-collaboration in Unity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Might not be a problem, but it will slightly complicate the process of combining work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109550"/>
            <a:ext cx="1136600" cy="11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Project?: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311700" y="1409294"/>
            <a:ext cx="8520600" cy="3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 development is interesting, but also complex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Scope management, game balancing, and being unique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Creativity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Unique mechanics, art style/theme, and easter eggs or secrets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challenging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</a:t>
            </a:r>
            <a:r>
              <a:rPr lang="en"/>
              <a:t>onstraints: People and Time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not currently very adept at game development 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end, it’s about learning new skills and adapting! </a:t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050" y="124500"/>
            <a:ext cx="1284800" cy="12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513250" y="14619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1-4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(Short) Learning C#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movement, shooting 1 color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13250" y="29097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 10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Polish for midterm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Midterm Presentation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571950" y="1461963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5-9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Finish other colors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levels, game asset art, sandbox area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571950" y="29097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11-20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more levels, color tools, player HUD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Polish implemented features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Game storyline (if time permits)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 Presentation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580" y="178913"/>
            <a:ext cx="1120674" cy="112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388150" y="1183475"/>
            <a:ext cx="714300" cy="202500"/>
          </a:xfrm>
          <a:prstGeom prst="rect">
            <a:avLst/>
          </a:prstGeom>
          <a:solidFill>
            <a:srgbClr val="EBD2AF"/>
          </a:solidFill>
          <a:ln cap="flat" cmpd="sng" w="9525">
            <a:solidFill>
              <a:srgbClr val="EBD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584988" y="1769425"/>
            <a:ext cx="7973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8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Thank You! </a:t>
            </a:r>
            <a:endParaRPr b="1" sz="468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8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Feedback?</a:t>
            </a:r>
            <a:endParaRPr b="1" sz="468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45900" y="2870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604050" y="3788700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733375" y="9894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7363975" y="34755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102450" y="2571750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113750" y="314225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45900" y="41388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7928100" y="2870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2792800" y="642463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612525" y="422432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896575" y="1456563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7004425" y="20655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